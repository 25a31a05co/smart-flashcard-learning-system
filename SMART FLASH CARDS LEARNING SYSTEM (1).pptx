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1714" y="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Smart Flashcard Learning System using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Name: ______</a:t>
            </a:r>
          </a:p>
          <a:p>
            <a:r>
              <a:t>Roll No: ______</a:t>
            </a:r>
          </a:p>
          <a:p>
            <a:r>
              <a:t>Branch: I Year CSE</a:t>
            </a:r>
          </a:p>
          <a:p>
            <a:r>
              <a:t>College: PEC (A), Surampalem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9D7FA-3239-6762-8E47-DA830233F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B40010-88F7-273B-BC71-590645122EC1}"/>
              </a:ext>
            </a:extLst>
          </p:cNvPr>
          <p:cNvSpPr txBox="1"/>
          <p:nvPr/>
        </p:nvSpPr>
        <p:spPr>
          <a:xfrm>
            <a:off x="83127" y="3456793"/>
            <a:ext cx="4156364" cy="28623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Arial Rounded MT Bold" panose="020F0704030504030204" pitchFamily="34" charset="0"/>
              </a:rPr>
              <a:t>PRESENTED BY:</a:t>
            </a:r>
          </a:p>
          <a:p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Rounded MT Bold" panose="020F0704030504030204" pitchFamily="34" charset="0"/>
              </a:rPr>
              <a:t>Y.SRAVANTHI(25A31A05CO)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Rounded MT Bold" panose="020F0704030504030204" pitchFamily="34" charset="0"/>
              </a:rPr>
              <a:t>R.HARSHINI(25A31A05CH)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Rounded MT Bold" panose="020F0704030504030204" pitchFamily="34" charset="0"/>
              </a:rPr>
              <a:t>K.KEERTHIKA(25A31A05BQ)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 Rounded MT Bold" panose="020F0704030504030204" pitchFamily="34" charset="0"/>
              </a:rPr>
              <a:t>N.DINESH(25A31A05DG)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6BE09-F608-A9A8-ECA1-92DE18DE5936}"/>
              </a:ext>
            </a:extLst>
          </p:cNvPr>
          <p:cNvSpPr txBox="1"/>
          <p:nvPr/>
        </p:nvSpPr>
        <p:spPr>
          <a:xfrm>
            <a:off x="457200" y="2724956"/>
            <a:ext cx="2098964" cy="54344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memory using active recall</a:t>
            </a:r>
          </a:p>
          <a:p>
            <a:r>
              <a:t>Implement spaced repetition</a:t>
            </a:r>
          </a:p>
          <a:p>
            <a:r>
              <a:t>Reduce study time</a:t>
            </a:r>
          </a:p>
          <a:p>
            <a:r>
              <a:t>Improve exam performance</a:t>
            </a:r>
          </a:p>
          <a:p>
            <a:r>
              <a:t>Provide smart learning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66113-5667-BD1C-CA84-3816CE2A5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Existing System (Disadvantages):</a:t>
            </a:r>
          </a:p>
          <a:p>
            <a:r>
              <a:t>No progress tracking</a:t>
            </a:r>
          </a:p>
          <a:p>
            <a:r>
              <a:t>No smart revision strategy</a:t>
            </a:r>
          </a:p>
          <a:p>
            <a:r>
              <a:t>Difficult for large content</a:t>
            </a:r>
          </a:p>
          <a:p>
            <a:endParaRPr/>
          </a:p>
          <a:p>
            <a:r>
              <a:t>Proposed System (Advantages):</a:t>
            </a:r>
          </a:p>
          <a:p>
            <a:r>
              <a:t>Smart revision system</a:t>
            </a:r>
          </a:p>
          <a:p>
            <a:r>
              <a:t>Tracks performance</a:t>
            </a:r>
          </a:p>
          <a:p>
            <a:r>
              <a:t>Easy storage &amp; access</a:t>
            </a:r>
          </a:p>
          <a:p>
            <a:r>
              <a:t>Efficient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C584B-80BE-A1D4-4BD3-C6785C1B5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learning solution</a:t>
            </a:r>
          </a:p>
          <a:p>
            <a:r>
              <a:t>Improves retention &amp; efficiency</a:t>
            </a:r>
          </a:p>
          <a:p>
            <a:r>
              <a:t>Relevant for digital education</a:t>
            </a:r>
          </a:p>
          <a:p>
            <a:endParaRPr/>
          </a:p>
          <a:p>
            <a: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325E9-8EAA-F593-87B2-FBA18915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128</Words>
  <Application>Microsoft Office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Rounded MT Bold</vt:lpstr>
      <vt:lpstr>Calibri</vt:lpstr>
      <vt:lpstr>Courier New</vt:lpstr>
      <vt:lpstr>Office Theme</vt:lpstr>
      <vt:lpstr>Smart Flashcard Learning System using C++</vt:lpstr>
      <vt:lpstr>Objective of the Project</vt:lpstr>
      <vt:lpstr>Problem Statement</vt:lpstr>
      <vt:lpstr>Conclusion &amp;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Kalyan Yalla</cp:lastModifiedBy>
  <cp:revision>2</cp:revision>
  <dcterms:created xsi:type="dcterms:W3CDTF">2013-01-27T09:14:16Z</dcterms:created>
  <dcterms:modified xsi:type="dcterms:W3CDTF">2026-04-01T23:09:41Z</dcterms:modified>
  <cp:category/>
</cp:coreProperties>
</file>